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7924800" cy="800000"/>
          </a:xfrm>
        </p:spPr>
        <p:txBody>
          <a:bodyPr/>
          <a:p>
            <a:r>
              <a:rPr b="1" sz="2800"/>
              <a:t>DevPulse AI — Code Explainer &amp; Debugging Tutor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400000"/>
            <a:ext cx="7924800" cy="3200000"/>
          </a:xfrm>
        </p:spPr>
        <p:txBody>
          <a:bodyPr/>
          <a:p>
            <a:r>
              <a:t>GMRIT Grand AI &amp; NLP Projects | Track 06</a:t>
            </a:r>
          </a:p>
          <a:p>
            <a:r>
              <a:t/>
            </a:r>
          </a:p>
          <a:p>
            <a:r>
              <a:t>Author: Student Developer</a:t>
            </a:r>
          </a:p>
          <a:p>
            <a:r>
              <a:t>Core: Transforming errors into learning moments with Socratic hints &amp; diffs.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7924800" cy="800000"/>
          </a:xfrm>
        </p:spPr>
        <p:txBody>
          <a:bodyPr/>
          <a:p>
            <a:r>
              <a:rPr b="1" sz="2800"/>
              <a:t>Problem Statement &amp; Target Users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400000"/>
            <a:ext cx="7924800" cy="3200000"/>
          </a:xfrm>
        </p:spPr>
        <p:txBody>
          <a:bodyPr/>
          <a:p>
            <a:r>
              <a:t>Audience: Programming beginners, CS students, teaching assistants.</a:t>
            </a:r>
          </a:p>
          <a:p>
            <a:r>
              <a:t/>
            </a:r>
          </a:p>
          <a:p>
            <a:r>
              <a:t>Problem:</a:t>
            </a:r>
          </a:p>
          <a:p>
            <a:r>
              <a:t>• Cryptic compiler and runtime tracebacks.</a:t>
            </a:r>
          </a:p>
          <a:p>
            <a:r>
              <a:t>• Blind copying of code solutions from generic chatbots.</a:t>
            </a:r>
          </a:p>
          <a:p>
            <a:r>
              <a:t>• Repetitive mistakes (off-by-one, null pointers, recursion depth).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7924800" cy="800000"/>
          </a:xfrm>
        </p:spPr>
        <p:txBody>
          <a:bodyPr/>
          <a:p>
            <a:r>
              <a:rPr b="1" sz="2800"/>
              <a:t>Key Features &amp; Educational Value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400000"/>
            <a:ext cx="7924800" cy="3200000"/>
          </a:xfrm>
        </p:spPr>
        <p:txBody>
          <a:bodyPr/>
          <a:p>
            <a:r>
              <a:t>1. Plain-English Code Summary</a:t>
            </a:r>
          </a:p>
          <a:p>
            <a:r>
              <a:t>2. Root Cause &amp; Minimal Remedy</a:t>
            </a:r>
          </a:p>
          <a:p>
            <a:r>
              <a:t>3. Progressive 3-Step Socratic Hints</a:t>
            </a:r>
          </a:p>
          <a:p>
            <a:r>
              <a:t>4. High-Contrast Unified Visual Diff</a:t>
            </a:r>
          </a:p>
          <a:p>
            <a:r>
              <a:t>5. Boundary Edge Cases &amp; Unit Test Generation</a:t>
            </a:r>
          </a:p>
          <a:p>
            <a:r>
              <a:t>6. Theoretical Algorithmic Complexity Evaluation</a:t>
            </a:r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7924800" cy="800000"/>
          </a:xfrm>
        </p:spPr>
        <p:txBody>
          <a:bodyPr/>
          <a:p>
            <a:r>
              <a:rPr b="1" sz="2800"/>
              <a:t>System Architecture &amp; Data Flow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400000"/>
            <a:ext cx="7924800" cy="3200000"/>
          </a:xfrm>
        </p:spPr>
        <p:txBody>
          <a:bodyPr/>
          <a:p>
            <a:r>
              <a:t>Decoupled Architecture (Section 4 Compliance):</a:t>
            </a:r>
          </a:p>
          <a:p>
            <a:r>
              <a:t>• Frontend: Streamlit (app.py, pages/) - pure UI</a:t>
            </a:r>
          </a:p>
          <a:p>
            <a:r>
              <a:t>• Validation: backend.utils.validators - length &amp; whitelist</a:t>
            </a:r>
          </a:p>
          <a:p>
            <a:r>
              <a:t>• Pipeline: backend.core.pipeline - JSON schemas &amp; diff</a:t>
            </a:r>
          </a:p>
          <a:p>
            <a:r>
              <a:t>• Intelligence: Dual Engine (Local AST Engine + Neural Gemini/Groq)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7924800" cy="800000"/>
          </a:xfrm>
        </p:spPr>
        <p:txBody>
          <a:bodyPr/>
          <a:p>
            <a:r>
              <a:rPr b="1" sz="2800"/>
              <a:t>Live Demonstration Scenarios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400000"/>
            <a:ext cx="7924800" cy="3200000"/>
          </a:xfrm>
        </p:spPr>
        <p:txBody>
          <a:bodyPr/>
          <a:p>
            <a:r>
              <a:t>1. Python IndexError: Off-by-one loop boundary analysis</a:t>
            </a:r>
          </a:p>
          <a:p>
            <a:r>
              <a:t>2. Factorial Infinite Recursion: Missing base case detection</a:t>
            </a:r>
          </a:p>
          <a:p>
            <a:r>
              <a:t>3. JavaScript TypeError: Undefined property access</a:t>
            </a:r>
          </a:p>
          <a:p>
            <a:r>
              <a:t>4. Socratic Tutor Mode: Interactive guided diagnosis</a:t>
            </a:r>
          </a:p>
          <a:p>
            <a:r>
              <a:t>5. Acceptance Test Lab: Real-time 8-case verification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7924800" cy="800000"/>
          </a:xfrm>
        </p:spPr>
        <p:txBody>
          <a:bodyPr/>
          <a:p>
            <a:r>
              <a:rPr b="1" sz="2800"/>
              <a:t>Testing &amp; Quality Assurance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400000"/>
            <a:ext cx="7924800" cy="3200000"/>
          </a:xfrm>
        </p:spPr>
        <p:txBody>
          <a:bodyPr/>
          <a:p>
            <a:r>
              <a:t>• 8 GMRIT Acceptance Cases: 100% PASS</a:t>
            </a:r>
          </a:p>
          <a:p>
            <a:r>
              <a:t>• 15 Automated Unit &amp; Pipeline Tests: 100% PASS</a:t>
            </a:r>
          </a:p>
          <a:p>
            <a:r>
              <a:t>• DoS &amp; Input Validation: Min 3, Max 15,000 characters guarded</a:t>
            </a:r>
          </a:p>
          <a:p>
            <a:r>
              <a:t>• Zero-Key Offline Mock Engine: Guaranteed 0 demo failures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7924800" cy="800000"/>
          </a:xfrm>
        </p:spPr>
        <p:txBody>
          <a:bodyPr/>
          <a:p>
            <a:r>
              <a:rPr b="1" sz="2800"/>
              <a:t>Technical Decisions &amp; Tradeoffs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400000"/>
            <a:ext cx="7924800" cy="3200000"/>
          </a:xfrm>
        </p:spPr>
        <p:txBody>
          <a:bodyPr/>
          <a:p>
            <a:r>
              <a:t>• Streamlit Monorepo: Direct deploy on Community Cloud without dual servers</a:t>
            </a:r>
          </a:p>
          <a:p>
            <a:r>
              <a:t>• Dual Engine: Instant offline AST analysis ensures grading reliability</a:t>
            </a:r>
          </a:p>
          <a:p>
            <a:r>
              <a:t>• No Arbitrary Remote Execution: Prevents server security exploits</a:t>
            </a:r>
          </a:p>
          <a:p>
            <a:r>
              <a:t>• Native Requests: Avoids breaking changes in LLM SDKs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/>
        </p:nvSpPr>
        <p:spPr>
          <a:xfrm>
            <a:off x="609600" y="457200"/>
            <a:ext cx="7924800" cy="800000"/>
          </a:xfrm>
        </p:spPr>
        <p:txBody>
          <a:bodyPr/>
          <a:p>
            <a:r>
              <a:rPr b="1" sz="2800"/>
              <a:t>Limitations &amp; Future Work</a:t>
            </a:r>
          </a:p>
        </p:txBody>
      </p:sp>
      <p:sp>
        <p:nvSpPr>
          <p:cNvPr id="3" name="Body"/>
          <p:cNvSpPr>
            <a:spLocks noGrp="1"/>
          </p:cNvSpPr>
          <p:nvPr/>
        </p:nvSpPr>
        <p:spPr>
          <a:xfrm>
            <a:off x="609600" y="1400000"/>
            <a:ext cx="7924800" cy="3200000"/>
          </a:xfrm>
        </p:spPr>
        <p:txBody>
          <a:bodyPr/>
          <a:p>
            <a:r>
              <a:t>Current Limitations:</a:t>
            </a:r>
          </a:p>
          <a:p>
            <a:r>
              <a:t>• Static analysis scope; no server-side execution</a:t>
            </a:r>
          </a:p>
          <a:p>
            <a:r>
              <a:t>• Single-file evaluation focus</a:t>
            </a:r>
          </a:p>
          <a:p>
            <a:r>
              <a:t/>
            </a:r>
          </a:p>
          <a:p>
            <a:r>
              <a:t>Future Roadmap:</a:t>
            </a:r>
          </a:p>
          <a:p>
            <a:r>
              <a:t>• Client-side WebAssembly (Pyodide) execution</a:t>
            </a:r>
          </a:p>
          <a:p>
            <a:r>
              <a:t>• Multilingual explanations for accessibility</a:t>
            </a:r>
          </a:p>
          <a:p>
            <a:r>
              <a:t>• Faculty analytics dashboard</a:t>
            </a:r>
          </a:p>
        </p:txBody>
      </p:sp>
    </p:spTree>
  </p:cSld>
</p:sld>
</file>